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4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2638B-4DB9-0219-2535-A1808E0BE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B0FC0-39D7-2041-7D03-D6B195404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8C064-16B8-3C92-20F1-FF27EDD8A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49D67-3587-032F-E43A-D813EEFD59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75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2E44">
              <a:alpha val="50000"/>
            </a:srgbClr>
          </a:solidFill>
          <a:ln w="12700">
            <a:solidFill>
              <a:srgbClr val="1A2E44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40080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AIRFLY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AIRFLY INSIGHTS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Airline Operations for Actionable Intelligence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36576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60M+ Flight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33832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Delay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33832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E"/>
                </a:solidFill>
              </a:rPr>
              <a:t>Route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78909C"/>
                </a:solidFill>
              </a:rPr>
              <a:t>DATA ANALYSIS  |  VISUAL INSIGHTS  |  ACTIONABLE INTELLIGENCE</a:t>
            </a:r>
            <a:endParaRPr lang="en-US" sz="9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3607A676-A7B0-CEDF-C1B6-D6B4301817E1}"/>
              </a:ext>
            </a:extLst>
          </p:cNvPr>
          <p:cNvSpPr/>
          <p:nvPr/>
        </p:nvSpPr>
        <p:spPr>
          <a:xfrm>
            <a:off x="6858000" y="260604"/>
            <a:ext cx="2019670" cy="676656"/>
          </a:xfrm>
          <a:prstGeom prst="roundRect">
            <a:avLst>
              <a:gd name="adj" fmla="val 16000"/>
            </a:avLst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r>
              <a:rPr lang="en-IN" sz="1600" dirty="0">
                <a:solidFill>
                  <a:schemeClr val="accent4"/>
                </a:solidFill>
              </a:rPr>
              <a:t>Presenting by THOTAKURA PAVAN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60M+ airline flight records to uncover operational trends and patterns across routes and carriers.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delays, cancellations, and route performance through compelling, interactive data visualizations.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insights for airlines and airports to improve efficiency and enhance the passenger experience.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2004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16916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1615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161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Preparation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Gathering, cleaning, and structuring raw flight data from various sources to build a robust foundation.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1615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2161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deep dive into datasets to uncover key patterns, relationships, and potential data quality issues.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21615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12161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&amp; Cancellation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9632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examination of root causes and impacts of flight disruptions, identifying critical factors.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51760" cy="16916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13639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136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Airport Analysis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of specific routes and major airport hubs to pinpoint bottlenecks and efficiencies.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3639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136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64992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interactive and intuitive dashboards for real-time monitoring and stakeholder access.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313639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31363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Insights &amp; Recommendations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99632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Synthesizing all findings into actionable strategies to improve operational efficiency and passenger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1: DATA FOUNDATION &amp; CLEANING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5331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2984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72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large Kaggle Airlines Flights Dataset (60M+ records) efficiently using pandas.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67712"/>
            <a:ext cx="411480" cy="4114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Exploration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487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types, identify nulls, and optimize memory usage for large-scale datasets.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54864" cy="7498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82112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4015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Month, Day of Week, Hour, and Route identifiers for granular, meaningful analysis.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3192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9651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041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3159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delay and cancellation data to ensure robust and reliable analytical insights.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VISUAL EXPLORATION &amp; DELAY TRENDS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analysis identifies the busiest airports and top flight routes, providing a clear operational context.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841248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✈️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top airlines by flight volume and most active routes.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79192"/>
            <a:ext cx="841248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919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7919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seasonal and daily flight distribution patterns through bar charts and histograms.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92424"/>
            <a:ext cx="841248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39242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Pinpointing peak travel months and times helps optimize resource allocation and improve efficiency.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05656"/>
            <a:ext cx="841248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0565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10565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and bivariate analysis reveals correlations between delay types and operational factors.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TOP AIRLINES &amp; MONTHLY FLIGHT TRAFFIC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07008"/>
            <a:ext cx="3895344" cy="2615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Airlines by Number of Flights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 leads with 1.2M+ flights, followed by DL and AA — highlighting the dominance of major US carriers.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207008"/>
            <a:ext cx="3895344" cy="2615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Flight Traffic Trend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0916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traffic in summer (Jul–Aug) with dips in Feb. Seasonal patterns drive operational planning.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VISUAL EXPLORATION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BUSIEST ROUTES &amp; TOP AIRPORTS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07008"/>
            <a:ext cx="3895344" cy="2615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Busiest Routes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SFO↔LAX is the busiest corridor with 14,000+ flights — a high-congestion route prone to delays.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207008"/>
            <a:ext cx="3895344" cy="2615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0050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Busiest Airports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0916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dominates with 350,000+ flights. ORD and DFW follow — all major hubs with high delay exposure.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VISUAL EXPLORATION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FLIGHT DISTRIBUTION BY DAY &amp; HOUR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15568"/>
            <a:ext cx="3895344" cy="2798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096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by Day of Week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 peaks at 875,000 flights while Sunday drops sharply — revealing weekend travel patterns.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115568"/>
            <a:ext cx="3895344" cy="2798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4096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by Hour of Day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09160" y="4370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departures from 6–8am with a secondary surge at 3pm. Near-zero activity between midnight–4am.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ANALYSIS: CAUSES AND PATTERNS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🔎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Delay Causes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break down delays into key categories: carrier issues, weather disruptions, and National Airspace System (NAS) inefficiencies. Each cause requires a distinct mitigation strategy.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0848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Performance Comparison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across major airlines highlights carriers with the highest propensity for delays, enabling targeted improvement initiatives.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72200" y="20848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Bottlenecks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and airport-level delay heatmaps expose critical operational bottlenecks and stress points in the National Airspace System.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DELAY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DELAY CAUSE DISTRIBUTION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07008"/>
            <a:ext cx="4352544" cy="31638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537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Cause Distribution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109728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1188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700784"/>
            <a:ext cx="54864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1700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Aircraft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80960" y="17007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0" y="2231136"/>
            <a:ext cx="54864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50992" y="22311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/ Carrier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22311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2761488"/>
            <a:ext cx="54864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System (NAS)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0" y="27614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0" y="3291840"/>
            <a:ext cx="54864" cy="34747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8096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0" y="3822192"/>
            <a:ext cx="54864" cy="34747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50992" y="38221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80960" y="38221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aircraft cascades are the #1 cause — a systemic issue that compounds throughout the day.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DELAY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DELAY PATTERNS BY HOUR OF 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07008"/>
            <a:ext cx="3895344" cy="2432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822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ic" pitchFamily="34" charset="0"/>
                <a:ea typeface="Calibic" pitchFamily="34" charset="-122"/>
                <a:cs typeface="Calibic" pitchFamily="34" charset="-120"/>
              </a:rPr>
              <a:t>Carrier Delay by Hour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40782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delays spike in early morning (1–2am) and again from 8–10pm — peak shift transition periods.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207008"/>
            <a:ext cx="3895344" cy="2432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822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Delay by Hour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09160" y="40782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delays build steadily through the afternoon, peaking at 5–6pm — congestion-driven bottleneck.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448056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4590288"/>
            <a:ext cx="8284464" cy="19202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DELAY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AVERAGE WEATHER DELAY BY HOUR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115568"/>
            <a:ext cx="7461504" cy="34381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709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Weather Delay by Hour  (Minutes)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delays escalate significantly from noon and peak at 7–8pm. Early morning flights benefit from the lowest weather-related delays.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ROUTE, CANCELLATION &amp; SEASONAL INSIGHTS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ANALYSIS PERFORMED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Top 10 origin–destination flight routes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delay heatmaps by airport and route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busiest airports using geographic maps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monthly cancellation trends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cancellation reasons (carrier, weather, security, NAS)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seasonal patterns in flight delays and traffic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1A2E44"/>
          </a:solidFill>
          <a:ln w="127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536192"/>
            <a:ext cx="36576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544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airport routes show higher delay patterns due to congestion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377440"/>
            <a:ext cx="36576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395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travel seasons have significantly higher flight activity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218688"/>
            <a:ext cx="36576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23697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carrier issues contribute most to cancellations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4059936"/>
            <a:ext cx="36576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40782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airports experience disproportionately higher operational delays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AVERAGE DELAY HEATMAP BY AIRPORT ROUTE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07008"/>
            <a:ext cx="8010144" cy="32095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Arrival Delay Heatmap by Airport Route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cells signal higher average delays. SFO, ORD, and JFK routes show the most congestion-driven arrival delays.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ROUTE &amp; CANCELLATION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MONTHLY CANCELLATION TRENDS BY REASON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07008"/>
            <a:ext cx="8010144" cy="32095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Cancellations by Reason (Carrier / Weather / Security / NAS)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spikes in winter months; carrier-related cancellations remain consistent year-round — both require targeted strategies.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ROUTE &amp; CANCELLATION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MONTHLY FLIGHT TRAFFIC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115568"/>
            <a:ext cx="7827264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360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Flight Traffic — Total Number of Flights Per Month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months (Jun–Aug) and holiday periods see significant traffic surges, contributing to airport congestion and cascading delays.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IMPACT OF HOLIDAYS ON FLIGHT DELAYS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07008"/>
            <a:ext cx="3895344" cy="3072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453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Delay Distribution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207008"/>
            <a:ext cx="3895344" cy="30723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4453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Month Delay Comparison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Thanksgiving and Christmas/New Year show significantly wider delay distributions — higher traffic volumes create compounding operational congestion.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SEASONAL INSIGHTS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SEASONAL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when and why flights are cancelled is crucial for operational planning.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40233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470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cancellation trends highlight peak disruption periods, such as holidays and winter months, revealing seasonal vulnerability windows.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37360"/>
            <a:ext cx="40233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470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Reasons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includes carrier issues, adverse weather, security concerns, and NAS (National Airspace System) failures.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40233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🌦️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Factors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703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show the impact of seasonal factors on route congestion and spikes in cancellations during peak travel periods.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291840"/>
            <a:ext cx="40233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4015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57800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Impact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703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windows such as Thanksgiving and Christmas/New Year show wider delay distributions due to increased air traffic and congestion.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CANCELLATION ANALYSIS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4: REPORT &amp; PRESENTATION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8862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📑  VISUAL REPORT /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plots into a coherent storyline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markdown and presentation slides for clarity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plots include labels, titles, legends, and axis clarity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built with Streamlit or PowerBI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capabilities for stakeholders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3886200"/>
          </a:xfrm>
          <a:prstGeom prst="rect">
            <a:avLst/>
          </a:prstGeom>
          <a:solidFill>
            <a:srgbClr val="1A2E44"/>
          </a:solidFill>
          <a:ln w="12700">
            <a:solidFill>
              <a:srgbClr val="F9A82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2336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📋  DOCUMENTATION &amp; FINAL DELIVERY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final report (PDF or comprehensive README)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refine slide deck for live presentation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detailed insights and visual walkthrough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strategies to stakeholders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 methodologies and data sources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 &amp; DASHBOARD HIGHLIGHTS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COHESIVE DASHBOARD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diverse plots into a compelling and interactive dashboard using Streamlit or PowerBI, enabling real-time access to all operational insights.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10128" y="2084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INTERPRETABILITY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64992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clear labeling, legends, and annotations for easy understanding by all stakeholders — from data engineers to airline executives.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44768" y="2084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STORYLINE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9632" y="26517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narrative built around actionable insights for airline operators and analysts, translating complex data into strategic advantages.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909C"/>
                </a:solidFill>
              </a:rPr>
              <a:t>AIRFLY INSIGHTS  |  DASHBOARD HIGHLIGHTS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13AB9-317A-F540-0F66-8A934907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6F8FBA-2539-C0C3-84A2-B4641550083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D046B1-212B-4A91-B32E-AA545D9F0866}"/>
              </a:ext>
            </a:extLst>
          </p:cNvPr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PRESENTATION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754783C-19C6-1DC2-DB33-F5EBB635787E}"/>
              </a:ext>
            </a:extLst>
          </p:cNvPr>
          <p:cNvSpPr/>
          <p:nvPr/>
        </p:nvSpPr>
        <p:spPr>
          <a:xfrm>
            <a:off x="489204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📋  DOCUMENTATION &amp; FINAL DELIVERY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03F473-C35A-C455-23F0-BD8F930F4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62"/>
            <a:ext cx="9144000" cy="511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2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2E44">
              <a:alpha val="60000"/>
            </a:srgbClr>
          </a:solidFill>
          <a:ln w="12700">
            <a:solidFill>
              <a:srgbClr val="1A2E44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96112"/>
            <a:ext cx="274320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1A2E4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AirFly Insights empowers data-driven decision-making, transforming complex aviation data into strategic advantages.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574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0574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includes real-time data integration for immediate, actionable insights.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841248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432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AI-driven predictive analytics to anticipate and prevent disruptions.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841248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290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of dashboard features for more comprehensive operational control.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1A2E44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148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invite stakeholder collaboration to implement findings and enhance air travel experience.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AIRFLY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Aviation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1439</Words>
  <Application>Microsoft Office PowerPoint</Application>
  <PresentationFormat>On-screen Show (16:9)</PresentationFormat>
  <Paragraphs>218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AirFly Insights</dc:title>
  <dc:subject>PptxGenJS Presentation</dc:subject>
  <dc:creator>PptxGenJS</dc:creator>
  <cp:lastModifiedBy>thotakura pavan</cp:lastModifiedBy>
  <cp:revision>2</cp:revision>
  <dcterms:created xsi:type="dcterms:W3CDTF">2026-04-02T10:08:12Z</dcterms:created>
  <dcterms:modified xsi:type="dcterms:W3CDTF">2026-04-02T10:17:37Z</dcterms:modified>
</cp:coreProperties>
</file>