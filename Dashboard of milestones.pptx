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65" r:id="rId2"/>
    <p:sldId id="257" r:id="rId3"/>
    <p:sldId id="256" r:id="rId4"/>
    <p:sldId id="259" r:id="rId5"/>
    <p:sldId id="258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15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1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8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68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98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31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6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1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3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3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0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7427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51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12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07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35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29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198A0-4EC0-4B5E-8AB5-25096ED816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F48D5-25D9-4595-B1D7-1DCF49D8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044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28EA5-1207-E55B-49AD-0CE94125C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1968136"/>
            <a:ext cx="10300905" cy="106897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5400" dirty="0">
                <a:latin typeface="Algerian" panose="04020705040A02060702" pitchFamily="82" charset="0"/>
              </a:rPr>
              <a:t>VISUAL REPRESENTATION OF                      MILE STONES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0DDB7-1C7E-4ADB-2266-F604D88DDC49}"/>
              </a:ext>
            </a:extLst>
          </p:cNvPr>
          <p:cNvSpPr txBox="1"/>
          <p:nvPr/>
        </p:nvSpPr>
        <p:spPr>
          <a:xfrm>
            <a:off x="8691154" y="5908767"/>
            <a:ext cx="4258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Light" panose="020B0502040204020203" pitchFamily="34" charset="0"/>
              </a:rPr>
              <a:t>Presented by:</a:t>
            </a:r>
          </a:p>
          <a:p>
            <a:r>
              <a:rPr lang="en-US" dirty="0">
                <a:latin typeface="Bahnschrift Light" panose="020B0502040204020203" pitchFamily="34" charset="0"/>
              </a:rPr>
              <a:t>KALIGIRI NAGA MALLESWARI</a:t>
            </a:r>
          </a:p>
        </p:txBody>
      </p:sp>
    </p:spTree>
    <p:extLst>
      <p:ext uri="{BB962C8B-B14F-4D97-AF65-F5344CB8AC3E}">
        <p14:creationId xmlns:p14="http://schemas.microsoft.com/office/powerpoint/2010/main" val="3512875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4090-82EC-71D5-70E4-36036CBE9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650331"/>
            <a:ext cx="10515600" cy="2151652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lgerian" panose="04020705040A02060702" pitchFamily="82" charset="0"/>
              </a:rPr>
              <a:t>MILE STONE-2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289BFD-A5FD-F3C3-0F52-1A0FB6051B89}"/>
              </a:ext>
            </a:extLst>
          </p:cNvPr>
          <p:cNvSpPr txBox="1"/>
          <p:nvPr/>
        </p:nvSpPr>
        <p:spPr>
          <a:xfrm>
            <a:off x="1706444" y="3428890"/>
            <a:ext cx="10056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300" dirty="0">
                <a:latin typeface="Arial Narrow" panose="020B0606020202030204" pitchFamily="34" charset="0"/>
              </a:rPr>
              <a:t>Visual Exploration and Delay Trends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858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40905-3910-6477-CE5E-0269287794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9ABCC3-3BD6-E37D-B2A4-05D5C12F7D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8D686-A697-9628-D11C-13C6E207B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7037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08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C2A0-0956-101A-A591-4B082EA2E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748937"/>
            <a:ext cx="10353761" cy="132632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lgerian" panose="04020705040A02060702" pitchFamily="82" charset="0"/>
              </a:rPr>
              <a:t>MILE STONE-3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091970-80D3-54B8-775D-9CB7DCABDE87}"/>
              </a:ext>
            </a:extLst>
          </p:cNvPr>
          <p:cNvSpPr txBox="1"/>
          <p:nvPr/>
        </p:nvSpPr>
        <p:spPr>
          <a:xfrm>
            <a:off x="2403566" y="3335494"/>
            <a:ext cx="8961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Narrow" panose="020B0606020202030204" pitchFamily="34" charset="0"/>
              </a:rPr>
              <a:t>Route, Cancellation, and Seasonal Insights </a:t>
            </a:r>
            <a:endParaRPr lang="en-US" sz="3600" dirty="0">
              <a:latin typeface="Arial Narrow" panose="020B0606020202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90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B283DD-F6F5-AADE-EDAD-6F0706D83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7383"/>
            <a:ext cx="12192000" cy="714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02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AC87-43A7-8695-A122-9B69D2BE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lgerian" panose="04020705040A02060702" pitchFamily="82" charset="0"/>
              </a:rPr>
              <a:t>MILE STONE -4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3B29A-3736-0988-2B2C-D3192525841D}"/>
              </a:ext>
            </a:extLst>
          </p:cNvPr>
          <p:cNvSpPr txBox="1"/>
          <p:nvPr/>
        </p:nvSpPr>
        <p:spPr>
          <a:xfrm>
            <a:off x="2882537" y="3048000"/>
            <a:ext cx="915270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300" dirty="0">
                <a:latin typeface="Arial Narrow" panose="020B0606020202030204" pitchFamily="34" charset="0"/>
              </a:rPr>
              <a:t>Report and 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01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7AA72-4EF7-2B74-A5F5-1B737C5EE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6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31F01A-DE7C-6934-E00A-22FB0D40A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616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7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F2B4F1-C200-A66D-30D2-2FA5720C5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503" y="-243840"/>
            <a:ext cx="12374880" cy="706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416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7BA9-7047-5F70-F44A-372DE852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261193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spc="3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96398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198</TotalTime>
  <Words>36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Arial</vt:lpstr>
      <vt:lpstr>Arial Narrow</vt:lpstr>
      <vt:lpstr>Bahnschrift Light</vt:lpstr>
      <vt:lpstr>Bookman Old Style</vt:lpstr>
      <vt:lpstr>Rockwell</vt:lpstr>
      <vt:lpstr>Damask</vt:lpstr>
      <vt:lpstr>VISUAL REPRESENTATION OF                      MILE STONES</vt:lpstr>
      <vt:lpstr>MILE STONE-2 </vt:lpstr>
      <vt:lpstr>PowerPoint Presentation</vt:lpstr>
      <vt:lpstr>MILE STONE-3</vt:lpstr>
      <vt:lpstr>PowerPoint Presentation</vt:lpstr>
      <vt:lpstr>MILE STONE -4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Malleswari</dc:creator>
  <cp:lastModifiedBy>Naga Malleswari</cp:lastModifiedBy>
  <cp:revision>7</cp:revision>
  <dcterms:created xsi:type="dcterms:W3CDTF">2026-04-05T03:31:59Z</dcterms:created>
  <dcterms:modified xsi:type="dcterms:W3CDTF">2026-04-05T06:50:41Z</dcterms:modified>
</cp:coreProperties>
</file>